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d382e5ac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d382e5ac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5d382e5ac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5d382e5ac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5d382e5ac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5d382e5ac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d382e5ace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d382e5ac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d382e5ac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d382e5ac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5d382e5ace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5d382e5ace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5d382e5ace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5d382e5ace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1C1C25"/>
                </a:solidFill>
                <a:highlight>
                  <a:srgbClr val="FFFFFF"/>
                </a:highlight>
              </a:rPr>
              <a:t>Integrated Retail Analytics for Store Optimization</a:t>
            </a:r>
            <a:endParaRPr b="1" sz="60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Advanced ML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8800" y="-86275"/>
            <a:ext cx="7286199" cy="5229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81389"/>
            <a:ext cx="9143999" cy="50855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511" y="0"/>
            <a:ext cx="8820977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605325"/>
            <a:ext cx="8924925" cy="375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270" y="0"/>
            <a:ext cx="837546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12478"/>
            <a:ext cx="9143999" cy="4118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